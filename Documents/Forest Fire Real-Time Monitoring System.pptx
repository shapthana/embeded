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66303-C932-403C-A50F-C40A44BD46A7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F9C883-7731-4CA5-99DC-AA41DEEB8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4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9C883-7731-4CA5-99DC-AA41DEEB88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0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AF0C-3E9E-85EA-4922-BC2F27FE1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D0C1F-D0BA-A1F5-FAE9-859BCDA14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440AA-1E95-35BA-CE1D-D223A32A5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36F0-8F3A-2388-FB4C-791A85E6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38225-1F33-5BC7-5603-352209C0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7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2E57-C61E-E0FD-F48C-D1E0ABF01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C3871-10D1-030A-7953-B38A91FAD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27791-A3F8-2CAA-32BC-D25F0A07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343FC-B2DD-A782-F6C1-21D7A64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47D1B-D28E-0712-79BA-10BCEEE1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3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7A94-6C0B-6AE8-CEE6-271D52D19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CE10B-4924-D6BF-5156-2C22E3909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AA110-BB59-3C51-4035-F1663314F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002B0-4558-E15C-B7E7-1E9374E2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9328F-91AF-553E-4EA3-ABB1D439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80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C4B0-F216-FC71-5434-AC7EE3009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1F43D-8B1C-20FF-367E-4F3E68A44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74DA2-EB84-1559-1F52-42F4606A5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85B72-6968-A0DC-0C0E-3C97A99D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FE7FA-F7CB-9C90-1373-F850F06F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CCA4ED-60B9-8B01-1E35-03A8D05C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0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2014A-A409-9317-FB67-39D0A91C8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CD7AB-D841-D0B8-074B-34FC54BE8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11EC9-DDA0-F389-3EDC-5BE51B41F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FC29A-EDE6-6276-9941-839F7C935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A99055-DE8A-CEFA-2CE4-79B697B5F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9ED1D5-CBD9-99EE-8579-E20028B34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A693C-D04E-D81D-C300-D92ADB36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84739-4246-9418-6BA6-B94DA201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18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91FA-FBB2-E6F2-DEED-A9812686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8B0EF-E36C-7CE8-60C4-3DA4A6D3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80397-90C7-3737-6EF5-FBF1ACB39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96580-64B3-E0D7-DC9D-280F9FA1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86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CD0443-C6D3-11FA-4D00-8C140227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1DBB0E-05C8-32B6-3AE2-D6C73C2E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1682B-65EC-AFDE-97EC-0FF1B3D6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2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CF3A8-23BB-F0A9-DAE5-D8A953A9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6EB41-1448-BAA9-4DFB-014B20350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F7AD0-BF2A-EFAB-4927-281680E42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16F4A-3E65-CAE3-7973-DD0E5429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7C919-3833-CA11-F17F-4363124A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B5D58-B5A0-C3D1-9D25-E0EA8321F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5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DF1EE-0E75-F867-1AC0-48C8CB750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6840F-E6DC-D700-852F-9C7885D01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E9FDB-5705-465C-55DF-0A62722DE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873C3-888F-D260-4882-DE951CF7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682F9-1A24-7DC6-7DDF-D904C2C7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4B192-8EEE-C82E-E52E-3331075EF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61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F331B-8C40-990D-9CCC-2C28A55E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7CE77-0FE5-0C67-5EC9-DEC17793A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E7D3B-2D74-F7B8-D8B1-75DA2893D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AECC1-0B37-8A8D-4A38-E337C718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3C0B3-7ADE-9686-A248-B91F6B888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32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C1E1ED-3690-C531-7ED7-2405BAF07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8FC249-13CC-56BB-20BB-88A47E0F2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BC464-2EDA-13D5-1524-2B84A692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092CB-738B-1A3D-8C76-5CDA1AA77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4C148-DF32-6D92-CA4A-4566EAC3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7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723970-3F80-F07D-8164-538D75173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9E43E-B111-3B67-03A4-12550CE5D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9593B-09C1-D2D3-9A34-004681B14F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3AB0CA-7617-4ED5-991E-7BA721D85742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31CA4-A187-AAED-2D8F-E6C9C899E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2749E-9B53-8B91-A67B-BC98C1603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C698AD-7E62-48BB-A144-B505F2451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9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315F-0170-693D-D0F5-46D511A3D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1160" y="379413"/>
            <a:ext cx="9144000" cy="1838007"/>
          </a:xfrm>
        </p:spPr>
        <p:txBody>
          <a:bodyPr/>
          <a:lstStyle/>
          <a:p>
            <a:r>
              <a:rPr lang="en-US" dirty="0"/>
              <a:t>Forest </a:t>
            </a:r>
            <a:r>
              <a:rPr lang="en-US" dirty="0">
                <a:latin typeface="Calisto MT" panose="02040603050505030304" pitchFamily="18" charset="0"/>
              </a:rPr>
              <a:t>Fire</a:t>
            </a:r>
            <a:r>
              <a:rPr lang="en-US" dirty="0"/>
              <a:t> Real-Time Monitoring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50A20-AA01-EF51-0DC8-4A0A93936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40280"/>
            <a:ext cx="9144000" cy="4126230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sto MT" panose="02040603050505030304" pitchFamily="18" charset="0"/>
              </a:rPr>
              <a:t>Course Module:</a:t>
            </a:r>
            <a:r>
              <a:rPr lang="en-US" dirty="0">
                <a:latin typeface="Calisto MT" panose="02040603050505030304" pitchFamily="18" charset="0"/>
              </a:rPr>
              <a:t>EC6020</a:t>
            </a:r>
          </a:p>
          <a:p>
            <a:r>
              <a:rPr lang="en-US" b="1" dirty="0">
                <a:latin typeface="Calisto MT" panose="02040603050505030304" pitchFamily="18" charset="0"/>
              </a:rPr>
              <a:t>Group Number:</a:t>
            </a:r>
            <a:r>
              <a:rPr lang="en-US" dirty="0">
                <a:latin typeface="Calisto MT" panose="02040603050505030304" pitchFamily="18" charset="0"/>
              </a:rPr>
              <a:t> Group 09</a:t>
            </a:r>
          </a:p>
          <a:p>
            <a:r>
              <a:rPr lang="en-US" b="1" dirty="0">
                <a:latin typeface="Calisto MT" panose="02040603050505030304" pitchFamily="18" charset="0"/>
              </a:rPr>
              <a:t>Group Members:</a:t>
            </a:r>
            <a:endParaRPr lang="en-US" dirty="0">
              <a:latin typeface="Calisto MT" panose="02040603050505030304" pitchFamily="18" charset="0"/>
            </a:endParaRPr>
          </a:p>
          <a:p>
            <a:r>
              <a:rPr lang="en-US" dirty="0">
                <a:latin typeface="Calisto MT" panose="02040603050505030304" pitchFamily="18" charset="0"/>
              </a:rPr>
              <a:t>2022E002</a:t>
            </a:r>
          </a:p>
          <a:p>
            <a:r>
              <a:rPr lang="en-US" dirty="0">
                <a:latin typeface="Calisto MT" panose="02040603050505030304" pitchFamily="18" charset="0"/>
              </a:rPr>
              <a:t>2022E006</a:t>
            </a:r>
          </a:p>
          <a:p>
            <a:r>
              <a:rPr lang="en-US" dirty="0">
                <a:latin typeface="Calisto MT" panose="02040603050505030304" pitchFamily="18" charset="0"/>
              </a:rPr>
              <a:t>2022E062</a:t>
            </a:r>
          </a:p>
          <a:p>
            <a:r>
              <a:rPr lang="en-US" dirty="0">
                <a:latin typeface="Calisto MT" panose="02040603050505030304" pitchFamily="18" charset="0"/>
              </a:rPr>
              <a:t>2022E070</a:t>
            </a:r>
          </a:p>
          <a:p>
            <a:r>
              <a:rPr lang="en-US" dirty="0">
                <a:latin typeface="Calisto MT" panose="02040603050505030304" pitchFamily="18" charset="0"/>
              </a:rPr>
              <a:t>2020E102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4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2308-0623-BD5A-1D34-1605BD18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FF3C-00F8-9869-2592-AF70A5124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Forest fires cause severe damage to forests, wildlife, and human life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Early fire detection is essential to minimize destruction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Manual monitoring is not effective for large forest areas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An automated and real-time monitoring system is required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216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3AD7-3935-BF97-A829-1A272DCEF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835"/>
            <a:ext cx="10515600" cy="1325563"/>
          </a:xfrm>
        </p:spPr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41F23-07DC-1CC1-A117-2A75291C8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Forest areas are often remote and lack network connectivity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Traditional fire detection systems are expensive and power-hungry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Delayed fire detection leads to uncontrollable fire spread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Limited real-time monitoring solutions for wide forest coverage</a:t>
            </a:r>
          </a:p>
        </p:txBody>
      </p:sp>
    </p:spTree>
    <p:extLst>
      <p:ext uri="{BB962C8B-B14F-4D97-AF65-F5344CB8AC3E}">
        <p14:creationId xmlns:p14="http://schemas.microsoft.com/office/powerpoint/2010/main" val="108438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002D-E644-1131-61A9-F779A3FC1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289AB-A673-7FE3-DD3A-660FC8B35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Automated forest fire monitoring using sensor nodes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Uses temperature, humidity, and smoke sensors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Data transmitted wirelessly using </a:t>
            </a:r>
            <a:r>
              <a:rPr lang="en-US" b="1" dirty="0">
                <a:latin typeface="Calisto MT" panose="02040603050505030304" pitchFamily="18" charset="0"/>
              </a:rPr>
              <a:t>LoRa technology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Real-time alerts sent to a central monitoring system</a:t>
            </a:r>
          </a:p>
        </p:txBody>
      </p:sp>
    </p:spTree>
    <p:extLst>
      <p:ext uri="{BB962C8B-B14F-4D97-AF65-F5344CB8AC3E}">
        <p14:creationId xmlns:p14="http://schemas.microsoft.com/office/powerpoint/2010/main" val="3839322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E9DB-1E83-3346-3881-BE42B4AF5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System</a:t>
            </a:r>
            <a:r>
              <a:rPr lang="en-US" dirty="0"/>
              <a:t>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A26EF-CFF2-5F4A-4CC8-2D4E96D43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Detect early signs of forest fires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Monitor environmental conditions continuously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Enable long-range communication with low power consumption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Provide real-time data visualization and alerts</a:t>
            </a:r>
          </a:p>
        </p:txBody>
      </p:sp>
    </p:spTree>
    <p:extLst>
      <p:ext uri="{BB962C8B-B14F-4D97-AF65-F5344CB8AC3E}">
        <p14:creationId xmlns:p14="http://schemas.microsoft.com/office/powerpoint/2010/main" val="348550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1478-7003-5C1B-C637-93C4091CF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42F77-524C-3035-4490-83A43F933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Sensor nodes deployed in forest areas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Each node monitors temperature, humidity, smoke, and location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Data transmitted to a LoRa gateway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Gateway forwards data to cloud/dashboard</a:t>
            </a:r>
          </a:p>
        </p:txBody>
      </p:sp>
    </p:spTree>
    <p:extLst>
      <p:ext uri="{BB962C8B-B14F-4D97-AF65-F5344CB8AC3E}">
        <p14:creationId xmlns:p14="http://schemas.microsoft.com/office/powerpoint/2010/main" val="405877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E4E2-9390-0515-9002-93CC7596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328" y="457200"/>
            <a:ext cx="3932237" cy="1085850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24AB20-D50A-E48D-D3F8-0B2179FB2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7" y="0"/>
            <a:ext cx="7008813" cy="6858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A1252-C4BB-B9CD-8734-D185C9B2C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198" y="1727200"/>
            <a:ext cx="4818062" cy="46736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Calisto MT" panose="02040603050505030304" pitchFamily="18" charset="0"/>
              </a:rPr>
              <a:t>ATmega328P acts as the main controller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listo MT" panose="02040603050505030304" pitchFamily="18" charset="0"/>
              </a:rPr>
              <a:t>Sensors connected via ADC and digital pins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listo MT" panose="02040603050505030304" pitchFamily="18" charset="0"/>
              </a:rPr>
              <a:t>GPS module provides latitude and longitude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listo MT" panose="02040603050505030304" pitchFamily="18" charset="0"/>
              </a:rPr>
              <a:t> LoRa module transmits data wirelessly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51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D35CB-39A9-297E-D857-50B96BD8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Hardware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9B205-49E3-4B79-420D-A9F65003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ATmega328 Microcontroller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DHT22 (Temperature &amp; Humidity Sensor)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MQ-2 Smoke/Gas Sensor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LoRa Module (SX1278 / RFM95)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GPS Module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Resistors, Crystal Oscillator, Breadboard, Jumper Wires</a:t>
            </a:r>
          </a:p>
        </p:txBody>
      </p:sp>
    </p:spTree>
    <p:extLst>
      <p:ext uri="{BB962C8B-B14F-4D97-AF65-F5344CB8AC3E}">
        <p14:creationId xmlns:p14="http://schemas.microsoft.com/office/powerpoint/2010/main" val="2112637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4FA2B-43AD-18E9-92A1-41691F2F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Software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6DF6F-6B40-2437-815D-A6035A4DA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Embedded C – Firmware development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HTML &amp; CSS – Web interface design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JavaScript – Dynamic updates and interaction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Node.js – Backend server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RESTful APIs – Data communication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GitHub – Version control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02381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A6272-06B7-77AE-4A61-B311DE32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Communication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547DC-6620-3B48-F8A6-777D68C51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ATmega328 ↔ DHT22 → Digital Single-Wire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ATmega328 ↔ MQ-2 → Analog Input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ATmega328 ↔ LoRa Module → UART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GPS ↔ ATmega328 → UART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LoRa Gateway ↔ Cloud → HTTP</a:t>
            </a:r>
          </a:p>
        </p:txBody>
      </p:sp>
    </p:spTree>
    <p:extLst>
      <p:ext uri="{BB962C8B-B14F-4D97-AF65-F5344CB8AC3E}">
        <p14:creationId xmlns:p14="http://schemas.microsoft.com/office/powerpoint/2010/main" val="809204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4B9A-A3CA-ECD7-1B00-1AD411A12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Data Flow /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4C2F1-2B86-7735-F69C-10E8CCA5B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Sensors collect environmental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GPS provides latitude and longitude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ATmega328 processes and packs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Data transmitted every 5 seconds via LoRa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Gateway forwards data to server/dashboard</a:t>
            </a:r>
          </a:p>
        </p:txBody>
      </p:sp>
    </p:spTree>
    <p:extLst>
      <p:ext uri="{BB962C8B-B14F-4D97-AF65-F5344CB8AC3E}">
        <p14:creationId xmlns:p14="http://schemas.microsoft.com/office/powerpoint/2010/main" val="2227146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BC67-343B-5D51-1E11-671D8948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Uniqueness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B4372-902A-AAE9-F6DB-CF94EDE44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Works independent of GSM and Wi-Fi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Long-range communication using LoRa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Low power consumption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Real-time periodic data transmission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Suitable for remote forest areas</a:t>
            </a:r>
          </a:p>
        </p:txBody>
      </p:sp>
    </p:spTree>
    <p:extLst>
      <p:ext uri="{BB962C8B-B14F-4D97-AF65-F5344CB8AC3E}">
        <p14:creationId xmlns:p14="http://schemas.microsoft.com/office/powerpoint/2010/main" val="254416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81686-A33F-8D96-A0E2-795295A0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Budget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F49CF-35CD-BF5A-EDB6-7C0A053E6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LoRa Module – 3000 LKR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ATmega328 &amp; Arduino Board – 2500 LKR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MQ-2 Sensor – 350 LKR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DHT22 Sensor – 340 LKR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GPS Module – 1650 LKR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Other components – 50 LKR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Calisto MT" panose="02040603050505030304" pitchFamily="18" charset="0"/>
              </a:rPr>
              <a:t>Total Cost: 7890 LKR</a:t>
            </a:r>
            <a:endParaRPr lang="en-US" dirty="0">
              <a:latin typeface="Calisto MT" panose="020406030505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072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A280-517F-2406-6CB5-0902667F6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Project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B37F0-6F7A-F379-5DDD-E469977F0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  Week 01–03: Planning &amp; Proposal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  Week 04: Component purchasing &amp; testing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  Week 05: Simulation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  Week 06–07: Prototype development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  Week 08–09: Software &amp; visualization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  Week 10–11: PCB design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  Week 12–14: PCB implementation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  Week 15: Final presentation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44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D6B2-BD62-2765-0736-A83561C2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EE044-5FD2-8A60-C9E9-13895F124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Early detection of forest fires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Real-time environmental monitoring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Reliable long-range communication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Low-cost and energy-efficient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335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0A6B-EC1A-A21A-DC8C-FE42BB94A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sto MT" panose="0204060305050503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AD76A-DC9C-2C46-73E3-FA652D531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Proposed a reliable forest fire monitoring system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Uses LoRa for long-range, low-power communication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Suitable for remote and large forest areas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US" dirty="0">
                <a:latin typeface="Calisto MT" panose="02040603050505030304" pitchFamily="18" charset="0"/>
              </a:rPr>
              <a:t>Can help reduce environmental and human losses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Calisto MT" panose="020406030505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615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510</Words>
  <Application>Microsoft Office PowerPoint</Application>
  <PresentationFormat>Widescreen</PresentationFormat>
  <Paragraphs>100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Calisto MT</vt:lpstr>
      <vt:lpstr>Wingdings</vt:lpstr>
      <vt:lpstr>Office Theme</vt:lpstr>
      <vt:lpstr>Forest Fire Real-Time Monitoring System</vt:lpstr>
      <vt:lpstr>Introduction</vt:lpstr>
      <vt:lpstr>Problem Statement</vt:lpstr>
      <vt:lpstr>Proposed Solution</vt:lpstr>
      <vt:lpstr>System Objectives</vt:lpstr>
      <vt:lpstr>System Overview</vt:lpstr>
      <vt:lpstr>System Architecture</vt:lpstr>
      <vt:lpstr>Hardware Components</vt:lpstr>
      <vt:lpstr>Software Technologies</vt:lpstr>
      <vt:lpstr>Communication Protocols</vt:lpstr>
      <vt:lpstr>Data Flow / Operation</vt:lpstr>
      <vt:lpstr>Uniqueness of the System</vt:lpstr>
      <vt:lpstr>Budget Estimation</vt:lpstr>
      <vt:lpstr>Project Timeline</vt:lpstr>
      <vt:lpstr>Expected Outcomes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atheef</dc:creator>
  <cp:lastModifiedBy>mohammed atheef</cp:lastModifiedBy>
  <cp:revision>1</cp:revision>
  <dcterms:created xsi:type="dcterms:W3CDTF">2026-01-30T09:32:23Z</dcterms:created>
  <dcterms:modified xsi:type="dcterms:W3CDTF">2026-01-30T10:00:04Z</dcterms:modified>
</cp:coreProperties>
</file>